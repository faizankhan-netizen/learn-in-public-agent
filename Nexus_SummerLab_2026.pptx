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486400" cy="5486400"/>
          </a:xfrm>
          <a:prstGeom prst="oval">
            <a:avLst/>
          </a:prstGeom>
          <a:solidFill>
            <a:srgbClr val="1D9E75">
              <a:alpha val="8000"/>
            </a:srgbClr>
          </a:solidFill>
          <a:ln w="12700">
            <a:solidFill>
              <a:srgbClr val="1D9E7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4114800"/>
            <a:ext cx="5029200" cy="5029200"/>
          </a:xfrm>
          <a:prstGeom prst="oval">
            <a:avLst/>
          </a:prstGeom>
          <a:solidFill>
            <a:srgbClr val="F5A623">
              <a:alpha val="10000"/>
            </a:srgbClr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-1828800"/>
            <a:ext cx="3657600" cy="3657600"/>
          </a:xfrm>
          <a:prstGeom prst="oval">
            <a:avLst/>
          </a:prstGeom>
          <a:solidFill>
            <a:srgbClr val="185FA5">
              <a:alpha val="12000"/>
            </a:srgbClr>
          </a:solidFill>
          <a:ln w="12700">
            <a:solidFill>
              <a:srgbClr val="185FA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347472"/>
            <a:ext cx="1737360" cy="347472"/>
          </a:xfrm>
          <a:prstGeom prst="rect">
            <a:avLst>
              <a:gd name="adj" fmla="val 15789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4747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  NEXUS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777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SUMMER LAB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170432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summer,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6C9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everything changes.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502920" y="28346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4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days. AI skills. Creator tools. Your first certificate.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02920" y="3429000"/>
            <a:ext cx="3200400" cy="457200"/>
          </a:xfrm>
          <a:prstGeom prst="rect">
            <a:avLst>
              <a:gd name="adj" fmla="val 12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429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📅  Register Before Seats Fill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4105656"/>
            <a:ext cx="3291840" cy="2487168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4041648"/>
            <a:ext cx="3291840" cy="2487168"/>
          </a:xfrm>
          <a:prstGeom prst="rect">
            <a:avLst/>
          </a:prstGeom>
          <a:solidFill>
            <a:srgbClr val="0E2A4A"/>
          </a:solidFill>
          <a:ln w="25400">
            <a:solidFill>
              <a:srgbClr val="185FA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4041648"/>
            <a:ext cx="3291840" cy="7315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4187952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85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1–2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67512" y="4498848"/>
            <a:ext cx="2962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 Understand AI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67512" y="5010912"/>
            <a:ext cx="2962656" cy="36576"/>
          </a:xfrm>
          <a:prstGeom prst="rect">
            <a:avLst/>
          </a:prstGeom>
          <a:solidFill>
            <a:srgbClr val="185FA5">
              <a:alpha val="50000"/>
            </a:srgbClr>
          </a:solidFill>
          <a:ln w="12700">
            <a:solidFill>
              <a:srgbClr val="185FA5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" y="5120640"/>
            <a:ext cx="296265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actually works.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boring lectures —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games, debates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live demos.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151376" y="4105656"/>
            <a:ext cx="3291840" cy="2487168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87368" y="4041648"/>
            <a:ext cx="3291840" cy="2487168"/>
          </a:xfrm>
          <a:prstGeom prst="rect">
            <a:avLst/>
          </a:prstGeom>
          <a:solidFill>
            <a:srgbClr val="2A1A0E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87368" y="4041648"/>
            <a:ext cx="329184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51960" y="4187952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3–4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251960" y="4498848"/>
            <a:ext cx="2962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🎬  Create with AI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251960" y="5010912"/>
            <a:ext cx="2962656" cy="36576"/>
          </a:xfrm>
          <a:prstGeom prst="rect">
            <a:avLst/>
          </a:prstGeom>
          <a:solidFill>
            <a:srgbClr val="FF6B35">
              <a:alpha val="50000"/>
            </a:srgbClr>
          </a:solidFill>
          <a:ln w="12700">
            <a:solidFill>
              <a:srgbClr val="FF6B35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51960" y="5120640"/>
            <a:ext cx="296265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YouTube Short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scripts. Design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thumbnails. Make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that pops.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7735824" y="4105656"/>
            <a:ext cx="3291840" cy="2487168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71816" y="4041648"/>
            <a:ext cx="3291840" cy="2487168"/>
          </a:xfrm>
          <a:prstGeom prst="rect">
            <a:avLst/>
          </a:prstGeom>
          <a:solidFill>
            <a:srgbClr val="0A2218"/>
          </a:solidFill>
          <a:ln w="25400">
            <a:solidFill>
              <a:srgbClr val="1D9E7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71816" y="4041648"/>
            <a:ext cx="3291840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36408" y="4187952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5–6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836408" y="4498848"/>
            <a:ext cx="2962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🎓  Level up + certify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7836408" y="5010912"/>
            <a:ext cx="2962656" cy="36576"/>
          </a:xfrm>
          <a:prstGeom prst="rect">
            <a:avLst/>
          </a:prstGeom>
          <a:solidFill>
            <a:srgbClr val="1D9E75">
              <a:alpha val="50000"/>
            </a:srgbClr>
          </a:solidFill>
          <a:ln w="12700">
            <a:solidFill>
              <a:srgbClr val="1D9E75">
                <a:alpha val="5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36408" y="5120640"/>
            <a:ext cx="296265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study tools for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actual exams.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your project.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home certified.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10652760" y="4041648"/>
            <a:ext cx="1298448" cy="2487168"/>
          </a:xfrm>
          <a:prstGeom prst="rect">
            <a:avLst/>
          </a:prstGeom>
          <a:solidFill>
            <a:srgbClr val="F5A623">
              <a:alpha val="90000"/>
            </a:srgbClr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652760" y="4334256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652760" y="4608576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0B1D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</a:t>
            </a:r>
            <a:endParaRPr lang="en-US" sz="6200" dirty="0"/>
          </a:p>
        </p:txBody>
      </p:sp>
      <p:sp>
        <p:nvSpPr>
          <p:cNvPr id="37" name="Text 35"/>
          <p:cNvSpPr/>
          <p:nvPr/>
        </p:nvSpPr>
        <p:spPr>
          <a:xfrm>
            <a:off x="10652760" y="5413248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seats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10789920" y="5797296"/>
            <a:ext cx="1024128" cy="36576"/>
          </a:xfrm>
          <a:prstGeom prst="rect">
            <a:avLst/>
          </a:prstGeom>
          <a:solidFill>
            <a:srgbClr val="0B1D35">
              <a:alpha val="50000"/>
            </a:srgbClr>
          </a:solidFill>
          <a:ln w="12700">
            <a:solidFill>
              <a:srgbClr val="0B1D35">
                <a:alpha val="5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652760" y="5888736"/>
            <a:ext cx="1298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AM – 12:30 PM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B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– Sat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0B1D35"/>
          </a:solidFill>
          <a:ln w="12700">
            <a:solidFill>
              <a:srgbClr val="0B1D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114800"/>
            <a:ext cx="4114800" cy="4114800"/>
          </a:xfrm>
          <a:prstGeom prst="oval">
            <a:avLst/>
          </a:prstGeom>
          <a:solidFill>
            <a:srgbClr val="1D9E75">
              <a:alpha val="12000"/>
            </a:srgbClr>
          </a:solidFill>
          <a:ln w="12700">
            <a:solidFill>
              <a:srgbClr val="1D9E7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-1371600"/>
            <a:ext cx="3200400" cy="3200400"/>
          </a:xfrm>
          <a:prstGeom prst="oval">
            <a:avLst/>
          </a:prstGeom>
          <a:solidFill>
            <a:srgbClr val="185FA5">
              <a:alpha val="15000"/>
            </a:srgbClr>
          </a:solidFill>
          <a:ln w="12700">
            <a:solidFill>
              <a:srgbClr val="185FA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347472"/>
            <a:ext cx="1737360" cy="347472"/>
          </a:xfrm>
          <a:prstGeom prst="rect">
            <a:avLst>
              <a:gd name="adj" fmla="val 15789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34747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  NEXUS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86868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will YOU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walk away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with?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11480" y="315468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6 mornings,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go from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AI?"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presenting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6C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 project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6C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your parents.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4983480"/>
            <a:ext cx="3886200" cy="1536192"/>
          </a:xfrm>
          <a:prstGeom prst="rect">
            <a:avLst>
              <a:gd name="adj" fmla="val 5952"/>
            </a:avLst>
          </a:prstGeom>
          <a:solidFill>
            <a:srgbClr val="1A3255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504748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🏆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1371600" y="507492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 1 AI Certificate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553212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at the Day 6 ceremony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parents in the room.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83480" y="347472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D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6-day journey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983480" y="89611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 builds on the last. Nothing is wasted.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983480" y="1353312"/>
            <a:ext cx="3218688" cy="1170432"/>
          </a:xfrm>
          <a:prstGeom prst="rect">
            <a:avLst>
              <a:gd name="adj" fmla="val 6250"/>
            </a:avLst>
          </a:prstGeom>
          <a:solidFill>
            <a:srgbClr val="EBF3FD"/>
          </a:solidFill>
          <a:ln w="19050">
            <a:solidFill>
              <a:srgbClr val="185FA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11496" y="1517904"/>
            <a:ext cx="420624" cy="420624"/>
          </a:xfrm>
          <a:prstGeom prst="oval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11496" y="1517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678424" y="148132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D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Is Everywhere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111496" y="201168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AI in your daily life. Games, debates, live demos. You realise AI is already in your breakfast.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403336" y="1353312"/>
            <a:ext cx="3218688" cy="1170432"/>
          </a:xfrm>
          <a:prstGeom prst="rect">
            <a:avLst>
              <a:gd name="adj" fmla="val 6250"/>
            </a:avLst>
          </a:prstGeom>
          <a:solidFill>
            <a:srgbClr val="E1F5EE"/>
          </a:solidFill>
          <a:ln w="19050">
            <a:solidFill>
              <a:srgbClr val="0F6E5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31352" y="1517904"/>
            <a:ext cx="420624" cy="420624"/>
          </a:xfrm>
          <a:prstGeom prst="oval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31352" y="1517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098280" y="148132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D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AI Learns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531352" y="201168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detective. Pattern games. Prompting basics. You start speaking AI's language.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983480" y="2688336"/>
            <a:ext cx="3218688" cy="1170432"/>
          </a:xfrm>
          <a:prstGeom prst="rect">
            <a:avLst>
              <a:gd name="adj" fmla="val 6250"/>
            </a:avLst>
          </a:prstGeom>
          <a:solidFill>
            <a:srgbClr val="FAECE7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11496" y="2852928"/>
            <a:ext cx="420624" cy="420624"/>
          </a:xfrm>
          <a:prstGeom prst="oval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11496" y="2852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678424" y="281635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D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with AI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111496" y="3346704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thumbnails. Instagram captions. AI-written scripts. You make real content.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403336" y="2688336"/>
            <a:ext cx="3218688" cy="1170432"/>
          </a:xfrm>
          <a:prstGeom prst="rect">
            <a:avLst>
              <a:gd name="adj" fmla="val 6250"/>
            </a:avLst>
          </a:prstGeom>
          <a:solidFill>
            <a:srgbClr val="EEED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31352" y="2852928"/>
            <a:ext cx="420624" cy="420624"/>
          </a:xfrm>
          <a:prstGeom prst="oval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31352" y="2852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098280" y="281635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D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Shorts + Study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531352" y="3346704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45-sec script. Then use the same skill for your Science exam. The bridge moment.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983480" y="4023360"/>
            <a:ext cx="3218688" cy="1170432"/>
          </a:xfrm>
          <a:prstGeom prst="rect">
            <a:avLst>
              <a:gd name="adj" fmla="val 6250"/>
            </a:avLst>
          </a:prstGeom>
          <a:solidFill>
            <a:srgbClr val="FEF3DC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11496" y="4187952"/>
            <a:ext cx="420624" cy="420624"/>
          </a:xfrm>
          <a:prstGeom prst="oval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11496" y="4187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5678424" y="4151376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D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for Exams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5111496" y="4681728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chapters. Generate practice Qs. Build a revision timetable. Actually useful for July.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403336" y="4023360"/>
            <a:ext cx="3218688" cy="1170432"/>
          </a:xfrm>
          <a:prstGeom prst="rect">
            <a:avLst>
              <a:gd name="adj" fmla="val 6250"/>
            </a:avLst>
          </a:prstGeom>
          <a:solidFill>
            <a:srgbClr val="E1F5EE"/>
          </a:solidFill>
          <a:ln w="19050">
            <a:solidFill>
              <a:srgbClr val="1D9E7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531352" y="4187952"/>
            <a:ext cx="420624" cy="420624"/>
          </a:xfrm>
          <a:prstGeom prst="oval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531352" y="4187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9098280" y="4151376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D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Pitch Day 🎓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8531352" y="4681728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your project. Parents watch. Certificates handed. Photographs taken. You're certified.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983480" y="6236208"/>
            <a:ext cx="6858000" cy="493776"/>
          </a:xfrm>
          <a:prstGeom prst="rect">
            <a:avLst>
              <a:gd name="adj" fmla="val 14815"/>
            </a:avLst>
          </a:prstGeom>
          <a:solidFill>
            <a:srgbClr val="0B1D35"/>
          </a:solidFill>
          <a:ln w="12700">
            <a:solidFill>
              <a:srgbClr val="0B1D3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83480" y="6236208"/>
            <a:ext cx="6858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C9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🚀  9:00 AM – 12:30 PM  ·  Mon – Sat  ·  Only 30 seats  ·  Talk to us today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 Summer Lab 2026</dc:title>
  <dc:subject>PptxGenJS Presentation</dc:subject>
  <dc:creator>PptxGenJS</dc:creator>
  <cp:lastModifiedBy>PptxGenJS</cp:lastModifiedBy>
  <cp:revision>1</cp:revision>
  <dcterms:created xsi:type="dcterms:W3CDTF">2026-05-17T18:42:04Z</dcterms:created>
  <dcterms:modified xsi:type="dcterms:W3CDTF">2026-05-17T18:42:04Z</dcterms:modified>
</cp:coreProperties>
</file>